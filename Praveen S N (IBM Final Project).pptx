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1"/>
  </p:notesMasterIdLst>
  <p:sldIdLst>
    <p:sldId id="256" r:id="rId5"/>
    <p:sldId id="2146847054" r:id="rId6"/>
    <p:sldId id="262" r:id="rId7"/>
    <p:sldId id="263" r:id="rId8"/>
    <p:sldId id="265" r:id="rId9"/>
    <p:sldId id="267" r:id="rId10"/>
    <p:sldId id="2146847063" r:id="rId11"/>
    <p:sldId id="2146847064" r:id="rId12"/>
    <p:sldId id="2146847065" r:id="rId13"/>
    <p:sldId id="268" r:id="rId14"/>
    <p:sldId id="2146847055" r:id="rId15"/>
    <p:sldId id="269" r:id="rId16"/>
    <p:sldId id="2146847062" r:id="rId17"/>
    <p:sldId id="2146847061" r:id="rId18"/>
    <p:sldId id="2146847060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B98E8-7AC3-75BD-DBFE-38A4BBF4F439}" v="10" dt="2024-01-05T12:23:35.348"/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7/31/2025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7/31/2025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7/31/2025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7/31/2025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7/31/2025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7/31/2025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veenSN5/Interview_Trainer_Agent.gi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Interview Trainer Agent: </a:t>
            </a:r>
            <a:br>
              <a:rPr lang="en-GB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AI-Powered Interview Preparation</a:t>
            </a:r>
            <a:endParaRPr lang="en-US" b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267324" y="1075864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4519" y="4058588"/>
            <a:ext cx="6147516" cy="14157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	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PRAVEEN S N -  CSE</a:t>
            </a:r>
            <a:br>
              <a:rPr lang="en-US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</a:b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PRESIDENCY UNIVERSITY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 (Output Image)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 fontScale="62500" lnSpcReduction="20000"/>
          </a:bodyPr>
          <a:lstStyle/>
          <a:p>
            <a:r>
              <a:rPr lang="en-GB" sz="3200" b="1" dirty="0"/>
              <a:t>Problem Statement No.22 – Interview Trainer Agent</a:t>
            </a:r>
            <a:endParaRPr lang="en-GB" sz="3200" dirty="0"/>
          </a:p>
          <a:p>
            <a:r>
              <a:rPr lang="en-GB" sz="3200" b="1" dirty="0"/>
              <a:t>The Challenge –</a:t>
            </a:r>
            <a:r>
              <a:rPr lang="en-GB" sz="3200" dirty="0"/>
              <a:t> An Interview Trainer Agent, powered by RAG (Retrieval-Augmented Generation), prepares users for job interviews by generating tailored question sets and preparation strategies based on their profile name, experience level, and job role.</a:t>
            </a:r>
          </a:p>
          <a:p>
            <a:r>
              <a:rPr lang="en-GB" sz="3200" dirty="0"/>
              <a:t>It retrieves role-specific interview questions, industry expectations, behavioral scenarios, and HR guidelines from recruitment portals, professional networks, and company interview databases.</a:t>
            </a:r>
          </a:p>
          <a:p>
            <a:r>
              <a:rPr lang="en-GB" sz="3200" dirty="0"/>
              <a:t>Users can input their resume or job title, and the agent provides targeted questions, model answers, and improvement tips.</a:t>
            </a:r>
          </a:p>
          <a:p>
            <a:r>
              <a:rPr lang="en-GB" sz="3200" dirty="0"/>
              <a:t>It supports both technical and soft skill assessment, ensuring a comprehensive interview prep experience.</a:t>
            </a:r>
          </a:p>
          <a:p>
            <a:r>
              <a:rPr lang="en-GB" sz="3200" dirty="0"/>
              <a:t>This AI-driven assistant builds user confidence, sharpens responses, and increases success rates in competitive hiring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5A36C55-40FC-4569-BB5A-B9C658ED4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2" y="1398813"/>
            <a:ext cx="11228735" cy="5339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Our solution is an AI-powered Interview Trainer Agent designed to provide highly personalized and effective interview preparation: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Personalized Question Generation:</a:t>
            </a:r>
            <a:endParaRPr kumimoji="0" lang="en-US" altLang="en-US" sz="15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agent generates interview question sets tailored to the user's profile name, experience level, and job role.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ensures relevance and focuses preparation on specific career goals.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Retrieval-Augmented Generation (RAG):</a:t>
            </a:r>
            <a:endParaRPr kumimoji="0" lang="en-US" altLang="en-US" sz="15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Utilizes RAG to access and synthesize information from diverse sources:</a:t>
            </a:r>
          </a:p>
          <a:p>
            <a:pPr marL="914400" marR="0" lvl="2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Recruitment portals</a:t>
            </a:r>
          </a:p>
          <a:p>
            <a:pPr marL="914400" marR="0" lvl="2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Professional networks</a:t>
            </a:r>
          </a:p>
          <a:p>
            <a:pPr marL="914400" marR="0" lvl="2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Company interview databases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allows for the retrieval of role-specific interview questions, industry expectations, behavioral scenarios, and HR guidelines.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Comprehensive Preparation Features:</a:t>
            </a:r>
            <a:endParaRPr kumimoji="0" lang="en-US" altLang="en-US" sz="15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Targeted Questions:</a:t>
            </a: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Provides specific questions relevant to the user's inputs.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Answers:</a:t>
            </a: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Offers examples of effective responses to common and role-specific questions.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Improvement Tips:</a:t>
            </a: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Gives actionable advice to refine answers, communication style, and overall interview performance.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Holistic Skill Assessment:</a:t>
            </a:r>
            <a:endParaRPr kumimoji="0" lang="en-US" altLang="en-US" sz="15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Supports preparation for both </a:t>
            </a: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technical skills</a:t>
            </a: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(e.g., coding challenges, technical concepts) and </a:t>
            </a: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soft skills</a:t>
            </a: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(e.g., communication, teamwork, problem-solving, leadership).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Enhanced User Confidence:</a:t>
            </a:r>
            <a:endParaRPr kumimoji="0" lang="en-US" altLang="en-US" sz="15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By providing a structured, personalized, and feedback-rich training environment, the agent aims to significantly boost user confidence and readiness for competitive hiring environments.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97C9543-1C12-495E-8B88-4F09B6D62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765" y="1121119"/>
            <a:ext cx="11029616" cy="5124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Requirements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IBM Cloud Trial Account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Browser (for Watson Assistant UI)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Basic system with internet for deployment testing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Libraries / Tools Used</a:t>
            </a: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ibm-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watson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-assistant (via IBM Cloud UI)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ibm-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watson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-machine-learning or watsonx.ai (for LLM)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Flask or Streamlit (for backend integration)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requests, json, etc. for API calls (Python backend)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IBM Cloud Services: Watson Assistant, Watsonx Granite Model, Cloud Functions / Foundry (if deployed)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37F7B46-DD08-46D8-89DC-12B84FD01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732" y="1231900"/>
            <a:ext cx="9479607" cy="5104506"/>
          </a:xfr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72FD09-72AA-4EEC-9A1B-C49E0F1D6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9855" y="1515234"/>
            <a:ext cx="9466728" cy="5130263"/>
          </a:xfrm>
        </p:spPr>
      </p:pic>
    </p:spTree>
    <p:extLst>
      <p:ext uri="{BB962C8B-B14F-4D97-AF65-F5344CB8AC3E}">
        <p14:creationId xmlns:p14="http://schemas.microsoft.com/office/powerpoint/2010/main" val="4121601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2568591-4B02-452A-A7EB-B8816322D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335" y="1451392"/>
            <a:ext cx="5666705" cy="5142590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7CC99C-76B5-49CA-8720-98D5CBBD6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919" y="967304"/>
            <a:ext cx="6239746" cy="583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428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50CF-EFCD-46B7-842B-93FCC43B0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 Link : </a:t>
            </a:r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https://github.com/PraveenSN5/Interview_Trainer_Agent.git</a:t>
            </a:r>
            <a:endParaRPr lang="en-GB" sz="28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36218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The </a:t>
            </a:r>
            <a:r>
              <a:rPr lang="en-GB" sz="2400" b="1" dirty="0"/>
              <a:t>Interview Trainer Agent</a:t>
            </a:r>
            <a:r>
              <a:rPr lang="en-GB" sz="2400" dirty="0"/>
              <a:t> project effectively demonstrates the integration of conversational AI (Watson Assistant) with large language models (Watsonx) to simulate a real-time, AI-powered interview experience.</a:t>
            </a:r>
          </a:p>
          <a:p>
            <a:pPr marL="0" indent="0">
              <a:buNone/>
            </a:pPr>
            <a:r>
              <a:rPr lang="en-GB" sz="2400" dirty="0"/>
              <a:t>By leveraging IBM Cloud tools, the system is capable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Conducting mock interview sessions through an interactive chatbot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Analyzing user responses using Watsonx Granite LLM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Delivering constructive feedback to help users improve communication, clarity, and confidence</a:t>
            </a:r>
            <a:br>
              <a:rPr lang="en-GB" sz="2400" dirty="0"/>
            </a:br>
            <a:br>
              <a:rPr lang="en-GB" sz="2400" dirty="0"/>
            </a:b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738" y="1374955"/>
            <a:ext cx="11029615" cy="5356351"/>
          </a:xfrm>
        </p:spPr>
        <p:txBody>
          <a:bodyPr>
            <a:noAutofit/>
          </a:bodyPr>
          <a:lstStyle/>
          <a:p>
            <a:r>
              <a:rPr lang="en-GB" sz="1500" dirty="0"/>
              <a:t>This project has great potential for improvement and wider use. In the future, the system can be enhanced in the following ways:</a:t>
            </a:r>
          </a:p>
          <a:p>
            <a:r>
              <a:rPr lang="en-GB" sz="1500" b="1" dirty="0"/>
              <a:t>🎤 Voice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/>
              <a:t>Add voice input so users can speak answers like in a real interview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/>
              <a:t>Use speech-to-text for better analysis</a:t>
            </a:r>
          </a:p>
          <a:p>
            <a:r>
              <a:rPr lang="en-GB" sz="1500" b="1" dirty="0"/>
              <a:t>🌍 Multi-Language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/>
              <a:t>Allow users to practice interviews in different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/>
              <a:t>Helpful for users from various regions</a:t>
            </a:r>
          </a:p>
          <a:p>
            <a:r>
              <a:rPr lang="en-GB" sz="1500" b="1" dirty="0"/>
              <a:t>🧠 Smarter Feedback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/>
              <a:t>Give better suggestions based on previous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/>
              <a:t>Adjust question difficulty based on user skill level</a:t>
            </a:r>
          </a:p>
          <a:p>
            <a:r>
              <a:rPr lang="en-GB" sz="1500" b="1" dirty="0"/>
              <a:t>📈 Performance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/>
              <a:t>Add a dashboard to show user progress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/>
              <a:t>Help users know where to improve</a:t>
            </a:r>
          </a:p>
          <a:p>
            <a:r>
              <a:rPr lang="en-GB" sz="1500" b="1" dirty="0"/>
              <a:t>💼 Job Portal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/>
              <a:t>Connect with job sites so users can practice based on real job roles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E9625CF-0B06-4781-AE1C-C991F3A3F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006" y="1437716"/>
            <a:ext cx="9543245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Watson Assistant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https://www.ibm.com/cloud/watson-assistant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Watsonx &amp; Granite LLMs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https://www.ibm.com/watsonx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Cloud Documentation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https://cloud.ibm.com/docs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SkillsBuild - Getting Started with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https://www.skillsbuild.org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Processing (NLP)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concepts –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https://www.geeksforgeeks.org/nlp-natural-language-processing/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 Design Guidelines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https://www.ibm.com/blogs/watson-health/chatbots-design/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IBM Certifications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32452"/>
            <a:ext cx="11029615" cy="4673324"/>
          </a:xfrm>
        </p:spPr>
        <p:txBody>
          <a:bodyPr anchor="t">
            <a:normAutofit/>
          </a:bodyPr>
          <a:lstStyle/>
          <a:p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Certification: IBM SkillsBuild - Getting Started with Artificial Intelligence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6DDBD1-5025-4ED2-8B08-4F38C24AB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29" y="1762748"/>
            <a:ext cx="9408733" cy="509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69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92E52-0C9E-7CCC-47E8-5C4711AD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IBM Certifications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D9613-6E93-8A63-8EC7-750760D77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Certificate: Journey to Cloud – Envisioning Your Solution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341E7-A821-4860-92D0-E63D8B638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48" y="1906073"/>
            <a:ext cx="9312755" cy="495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52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92E52-0C9E-7CCC-47E8-5C4711AD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IBM Certifications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D9613-6E93-8A63-8EC7-750760D77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Certificate: Retrieval Augmented Generation with </a:t>
            </a:r>
            <a:r>
              <a:rPr lang="en-GB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LangChain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B8F2FB-8CB1-4749-B2D6-38818686C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55" y="1840778"/>
            <a:ext cx="9442441" cy="481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10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174</TotalTime>
  <Words>837</Words>
  <Application>Microsoft Office PowerPoint</Application>
  <PresentationFormat>Widescreen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Interview Trainer Agent:  AI-Powered Interview Preparation</vt:lpstr>
      <vt:lpstr>OUTLINE</vt:lpstr>
      <vt:lpstr>Problem Statement</vt:lpstr>
      <vt:lpstr>Proposed Solution</vt:lpstr>
      <vt:lpstr>System  Approach</vt:lpstr>
      <vt:lpstr>Result</vt:lpstr>
      <vt:lpstr>Result</vt:lpstr>
      <vt:lpstr>Result</vt:lpstr>
      <vt:lpstr>Result</vt:lpstr>
      <vt:lpstr>Conclusion</vt:lpstr>
      <vt:lpstr>PowerPoint Presentation</vt:lpstr>
      <vt:lpstr>References</vt:lpstr>
      <vt:lpstr>IBM Certifications</vt:lpstr>
      <vt:lpstr>IBM Certifications</vt:lpstr>
      <vt:lpstr>IBM Certifications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Praveen S N</cp:lastModifiedBy>
  <cp:revision>27</cp:revision>
  <dcterms:created xsi:type="dcterms:W3CDTF">2021-05-26T16:50:10Z</dcterms:created>
  <dcterms:modified xsi:type="dcterms:W3CDTF">2025-07-31T08:29:22Z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